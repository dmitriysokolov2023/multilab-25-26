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302" r:id="rId24"/>
    <p:sldId id="299" r:id="rId25"/>
    <p:sldId id="303" r:id="rId26"/>
    <p:sldId id="304" r:id="rId27"/>
    <p:sldId id="300" r:id="rId28"/>
    <p:sldId id="301" r:id="rId29"/>
    <p:sldId id="305" r:id="rId30"/>
    <p:sldId id="306" r:id="rId31"/>
    <p:sldId id="289" r:id="rId32"/>
    <p:sldId id="290" r:id="rId33"/>
    <p:sldId id="275" r:id="rId34"/>
    <p:sldId id="268" r:id="rId35"/>
    <p:sldId id="269" r:id="rId36"/>
    <p:sldId id="270" r:id="rId37"/>
    <p:sldId id="271" r:id="rId38"/>
    <p:sldId id="272" r:id="rId39"/>
    <p:sldId id="273" r:id="rId40"/>
    <p:sldId id="274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посчитать площадь прямоугольника по сторонам a и b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217FE2-0E87-46E8-B150-10F3799C9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50" y="726207"/>
            <a:ext cx="7766554" cy="26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9A8FDE-BFA9-4814-8D24-F412B429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51" y="1434659"/>
            <a:ext cx="8458297" cy="37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спросить имя и возраст, вывести приветствие и возраст через год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E2605A-A417-4D6D-B0C1-31CCB310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75" y="1253436"/>
            <a:ext cx="8240275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4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CFA88F-E986-468B-9758-D1EA526F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40" y="1691646"/>
            <a:ext cx="9757319" cy="31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2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раздать яблоки ученикам — сколько каждому и сколько останется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C486B8-4288-4631-9490-B2594127A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50" y="1272105"/>
            <a:ext cx="947869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7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2B677E-D7C6-48C1-9DDD-4DD8422D1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11" y="1613942"/>
            <a:ext cx="6395377" cy="363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проанализировать слово — длина, первая/последняя буква, верхний регистр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EC8C50-A83E-46A9-9F2B-BED4DC6E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236889"/>
            <a:ext cx="7382905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2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459FB3-8E5C-40B0-A348-BED2D6FA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643" y="2274864"/>
            <a:ext cx="8072713" cy="230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0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определить, чётное число или нет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678470-79B3-4BF7-BEC9-ACCD0E97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1399892"/>
            <a:ext cx="730669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5601F-DE7D-4D7A-89B2-AE4BD6A6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24" y="2157885"/>
            <a:ext cx="5498951" cy="254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8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сумма квадратов от 1 до 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25027-818E-4E1C-8D99-7FD0FFCE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1542284"/>
            <a:ext cx="6954220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D7D325-2FEB-42A9-B121-D9ACC172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32" y="2254728"/>
            <a:ext cx="5669336" cy="234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9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суммировать числа, пока пользователь не введёт 'стоп'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976DCA-A786-4EC7-B9EE-D82931736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60" y="1679545"/>
            <a:ext cx="926911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0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47F860-16DD-4161-A00C-9849A933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065" y="1833306"/>
            <a:ext cx="6793870" cy="319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79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753570-726B-43A7-AB5F-E688D7F00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2103765"/>
            <a:ext cx="8135485" cy="281026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DA2000-67CA-43D1-B4D3-C40272FCC725}"/>
              </a:ext>
            </a:extLst>
          </p:cNvPr>
          <p:cNvSpPr/>
          <p:nvPr/>
        </p:nvSpPr>
        <p:spPr>
          <a:xfrm>
            <a:off x="5079275" y="959753"/>
            <a:ext cx="1582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rgbClr val="FFC000"/>
                </a:solidFill>
              </a:rPr>
              <a:t>Списки</a:t>
            </a:r>
            <a:endParaRPr lang="ru-RU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31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FE9C780-9A2F-4AA6-B9B6-7F5351E1A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12" y="735453"/>
            <a:ext cx="9116697" cy="140989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C97550-6B1D-4DDF-8D6E-6A7B1C903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12" y="3130904"/>
            <a:ext cx="10615299" cy="185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16C073-2497-4093-9B3E-5AFEB18CA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13" y="666117"/>
            <a:ext cx="3885836" cy="64307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FEA83B-E4AB-4385-8827-C7BE2CB7F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76" y="1849054"/>
            <a:ext cx="8053637" cy="175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44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80ED5D-04A7-4D73-AEF9-57872169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95" y="563050"/>
            <a:ext cx="5048405" cy="78635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6CF599-00D1-4083-8040-55A6106E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09" y="1521062"/>
            <a:ext cx="8923882" cy="292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71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D14357-3D98-4E7E-A105-0EBDED55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58" y="390910"/>
            <a:ext cx="4910882" cy="81558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05BF-C74C-49A2-9DDB-FD5D45B42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315" y="1365475"/>
            <a:ext cx="5422224" cy="496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78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5957F6-BF2C-4094-A2B0-16F960BA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88" y="483802"/>
            <a:ext cx="5051812" cy="6968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4A0FBD-389D-48A8-AC00-A36FA3D6F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88" y="1616714"/>
            <a:ext cx="9655955" cy="220956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5D171B-478C-4D37-9C7C-344EB5F53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02" y="3997189"/>
            <a:ext cx="1276528" cy="3905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FB4445-EFB5-40C9-A629-5FEA7A859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188" y="4659567"/>
            <a:ext cx="9331428" cy="105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6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416D3D-A169-4DB4-9845-5522449C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46" y="434001"/>
            <a:ext cx="3800903" cy="70234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B10D2B-AE42-45E8-8949-F87C51A85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25" y="1792098"/>
            <a:ext cx="8880184" cy="163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D660AF-244D-476A-9659-68716AC4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753596"/>
            <a:ext cx="8341316" cy="75560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BEFAE6-B202-48E9-8A39-A904E237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14" y="1940482"/>
            <a:ext cx="7462606" cy="313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52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69C9CE-865C-425E-9500-A02D3391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70" y="487971"/>
            <a:ext cx="7354326" cy="16385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B25773-F400-4EAE-A081-5F3416558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54" y="2657330"/>
            <a:ext cx="9831527" cy="133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05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B47CD1-2D2D-491B-97BC-633FBAD7D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118" y="909578"/>
            <a:ext cx="4529667" cy="430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71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5CF51B1-238F-4ADB-8EAE-17FE41F34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51" y="532952"/>
            <a:ext cx="5452811" cy="70992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33AA24-F0B3-486B-BE1C-D9CDCDAB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08" y="2136706"/>
            <a:ext cx="4264034" cy="23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86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92B0CCD-B8F6-411B-808B-F28741A82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14" y="695993"/>
            <a:ext cx="4353550" cy="5113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3BAA8F-4530-4D96-BBA5-E12B675D5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63" y="1565801"/>
            <a:ext cx="5691527" cy="8871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84CFC-995A-4CD7-8C38-E0EF3B3AB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863" y="2648278"/>
            <a:ext cx="8639976" cy="7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20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AE0712-35D3-462D-9273-6A14E4B4E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95" y="556120"/>
            <a:ext cx="3349233" cy="56246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1EC7D9-DA8A-40B1-9D9D-44862D9C1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19" y="1745320"/>
            <a:ext cx="9772158" cy="156605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DB51F6-2D12-45EF-86E6-B513325CD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18" y="3663304"/>
            <a:ext cx="9620661" cy="65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44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B1EF2A-A01C-40A0-87DA-56B67577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4" y="463228"/>
            <a:ext cx="4887753" cy="6109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3C5C81-7EDA-47C4-9104-992D610AD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73" y="1488757"/>
            <a:ext cx="6014941" cy="23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50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6C0658-77A5-410F-8CF1-3AEB97A4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80" y="511083"/>
            <a:ext cx="5358987" cy="72291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39DB0C-732A-4071-BB97-838E5347D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40" y="1837015"/>
            <a:ext cx="8005957" cy="22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9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976F61-5D6A-48FE-AFC0-9F17B49E0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12" y="399627"/>
            <a:ext cx="7697274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10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по введённым числам найти минимум, максимум и среднее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8ECD29-BE92-4167-8507-50502EC36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1838694"/>
            <a:ext cx="8297433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68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BA585AC-6C01-4589-BDB9-66867454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2219156"/>
            <a:ext cx="7954485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93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CD1A92-ADAC-45B9-92BB-474D6D57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04" y="2220821"/>
            <a:ext cx="9919362" cy="17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80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4809B0-8786-482A-9549-92E3BDD8D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2" y="434465"/>
            <a:ext cx="9716476" cy="2388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2AE1B-41DB-443C-9F12-A45FF921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527" y="3778367"/>
            <a:ext cx="2853874" cy="22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75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0C80C2-D2CF-4DA3-9CC3-A649E755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156" y="493052"/>
            <a:ext cx="7697687" cy="52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925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181B98-E7FA-4627-8977-77FC2187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49" y="2209980"/>
            <a:ext cx="10630501" cy="15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86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CD69EF-8D3F-4CCE-B7CD-268A6996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46" y="1865968"/>
            <a:ext cx="7617557" cy="28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59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B6E8CC-E879-433D-A2F5-315032895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03" y="1687087"/>
            <a:ext cx="9391170" cy="25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63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7602B3-7121-49B7-9291-59B3E77E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58" y="926220"/>
            <a:ext cx="5064231" cy="453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1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7050AE-E937-4F20-B19D-7871ADA5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80" y="769397"/>
            <a:ext cx="8940040" cy="531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63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87</Words>
  <Application>Microsoft Office PowerPoint</Application>
  <PresentationFormat>Широкоэкранный</PresentationFormat>
  <Paragraphs>9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User</cp:lastModifiedBy>
  <cp:revision>7</cp:revision>
  <dcterms:created xsi:type="dcterms:W3CDTF">2025-10-19T14:16:18Z</dcterms:created>
  <dcterms:modified xsi:type="dcterms:W3CDTF">2025-11-23T15:03:28Z</dcterms:modified>
</cp:coreProperties>
</file>