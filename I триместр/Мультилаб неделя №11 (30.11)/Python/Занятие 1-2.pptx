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7" r:id="rId2"/>
    <p:sldId id="276" r:id="rId3"/>
    <p:sldId id="277" r:id="rId4"/>
    <p:sldId id="278" r:id="rId5"/>
    <p:sldId id="279" r:id="rId6"/>
    <p:sldId id="280" r:id="rId7"/>
    <p:sldId id="281" r:id="rId8"/>
    <p:sldId id="282" r:id="rId9"/>
    <p:sldId id="283" r:id="rId10"/>
    <p:sldId id="284" r:id="rId11"/>
    <p:sldId id="285" r:id="rId12"/>
    <p:sldId id="286" r:id="rId13"/>
    <p:sldId id="287" r:id="rId14"/>
    <p:sldId id="288" r:id="rId15"/>
    <p:sldId id="291" r:id="rId16"/>
    <p:sldId id="292" r:id="rId17"/>
    <p:sldId id="293" r:id="rId18"/>
    <p:sldId id="294" r:id="rId19"/>
    <p:sldId id="295" r:id="rId20"/>
    <p:sldId id="296" r:id="rId21"/>
    <p:sldId id="297" r:id="rId22"/>
    <p:sldId id="298" r:id="rId23"/>
    <p:sldId id="302" r:id="rId24"/>
    <p:sldId id="299" r:id="rId25"/>
    <p:sldId id="303" r:id="rId26"/>
    <p:sldId id="307" r:id="rId27"/>
    <p:sldId id="304" r:id="rId28"/>
    <p:sldId id="300" r:id="rId29"/>
    <p:sldId id="301" r:id="rId30"/>
    <p:sldId id="305" r:id="rId31"/>
    <p:sldId id="306" r:id="rId32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9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8" d="100"/>
          <a:sy n="108" d="100"/>
        </p:scale>
        <p:origin x="678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6CD9BF3-0315-4502-936C-1E88DEA68B7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589201E2-405D-442E-9C09-7A1306AFE25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8C2C5C4-00D6-4AD8-AB1D-BBB775752F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EE9B94-2D0D-48D5-8F5E-C2B184734531}" type="datetimeFigureOut">
              <a:rPr lang="ru-RU" smtClean="0"/>
              <a:t>30.11.2025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0F18B66-723C-4018-80FA-4CBD71BE15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41774F0-AEBB-4518-A198-5D79A79203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490CE5-2352-4553-8596-8B7EECE357D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22902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158A722-A300-4681-8CF6-B05699B0EF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9390CDE-FC42-4C9D-BD17-00620FB69C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2DDBBC2-CE4C-454C-B61C-2B81E04994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EE9B94-2D0D-48D5-8F5E-C2B184734531}" type="datetimeFigureOut">
              <a:rPr lang="ru-RU" smtClean="0"/>
              <a:t>30.11.2025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5330117-C7CD-4E59-8F75-F828605F79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21E9493-0C13-4814-B80A-D05E803824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490CE5-2352-4553-8596-8B7EECE357D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264502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48F600F-C392-4747-AF18-401AE0542C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5625F459-5F4F-4AF9-AA9C-3A2D8A4905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376976E-4B48-49A6-A6C6-7C637AD07B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EE9B94-2D0D-48D5-8F5E-C2B184734531}" type="datetimeFigureOut">
              <a:rPr lang="ru-RU" smtClean="0"/>
              <a:t>30.11.2025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87F6C8D-2543-4A34-9569-98661BE1CE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104DBB7-65C9-4C13-AB4F-C6D322BDC3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490CE5-2352-4553-8596-8B7EECE357D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823077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EF271A1-6F10-41B8-B822-34E732543B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777B0A3-B17C-4454-BF20-6236EC0CD46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2DC230CB-F279-4EAA-A4CA-2169277D253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AC2AC9B7-54B9-45C7-BA49-BDB59E645C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EE9B94-2D0D-48D5-8F5E-C2B184734531}" type="datetimeFigureOut">
              <a:rPr lang="ru-RU" smtClean="0"/>
              <a:t>30.11.2025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945ACEF1-45FD-4A08-868A-E59988C74F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99AE714E-A0CD-4F4E-9954-FCD209941E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490CE5-2352-4553-8596-8B7EECE357D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809517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E441BD3-F5A2-4EC4-81F9-6DEA812EA1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85C69053-E98C-4539-B5CF-7FF796FEAB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8DEDA15B-8630-48F5-AC63-56333FC48EF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B4DD151C-C337-42C8-AADE-6D904696A14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1609CE05-4EAF-47A8-A012-7B29726DD1D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98F00E7B-307A-4638-848C-5AE3549A0F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EE9B94-2D0D-48D5-8F5E-C2B184734531}" type="datetimeFigureOut">
              <a:rPr lang="ru-RU" smtClean="0"/>
              <a:t>30.11.2025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ED5FF7CC-DD33-4D08-A224-342148EC79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2607CA63-6B23-48D7-B114-4A05256C2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490CE5-2352-4553-8596-8B7EECE357D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399430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68C7CEB-3819-4E9B-87A0-74E68F5C9A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96DC6B24-883D-40EA-83D5-1EB8056336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EE9B94-2D0D-48D5-8F5E-C2B184734531}" type="datetimeFigureOut">
              <a:rPr lang="ru-RU" smtClean="0"/>
              <a:t>30.11.2025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C725C8E5-3278-4899-941C-1ECA2D0746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5491476E-567E-4317-BE4E-03615F0683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490CE5-2352-4553-8596-8B7EECE357D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934861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C8E6548D-7532-4E74-AC7D-96C27A4BEA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EE9B94-2D0D-48D5-8F5E-C2B184734531}" type="datetimeFigureOut">
              <a:rPr lang="ru-RU" smtClean="0"/>
              <a:t>30.11.2025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1AE7021E-7B41-4E99-B16E-E4EAF8FB11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BAF1EE5C-EB4A-44BA-8671-C07A635A6E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490CE5-2352-4553-8596-8B7EECE357D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662683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0FC61DD-9AD0-4555-9033-0E72463777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69B4C9D-C63A-4E08-8AFA-370E4B605C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7D4AF185-4F49-49A2-80CF-ED274E5AA6C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8D7AAE57-C4CF-4E3B-A9AD-7C3C8CC58B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EE9B94-2D0D-48D5-8F5E-C2B184734531}" type="datetimeFigureOut">
              <a:rPr lang="ru-RU" smtClean="0"/>
              <a:t>30.11.2025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697702EE-9882-4285-9155-23A003B012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28C88049-FE6D-4C05-86CC-072F1AD946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490CE5-2352-4553-8596-8B7EECE357D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403889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A3E6789-1D66-4483-B900-C90C44D47B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61DB2BC9-B710-46C7-B765-8C7D2B644EF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FC309D4D-85AD-4A22-B01D-0B1D30FF7C7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26129435-7297-4C4F-8F90-44B3ABAEFF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EE9B94-2D0D-48D5-8F5E-C2B184734531}" type="datetimeFigureOut">
              <a:rPr lang="ru-RU" smtClean="0"/>
              <a:t>30.11.2025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4AFBDA6A-4E71-4D78-8952-7814E95948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3AE737E9-7093-43A2-BB83-74F18B3732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490CE5-2352-4553-8596-8B7EECE357D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972372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A2B9E3A-2E3A-422C-9D3E-43C83F36C9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E49EFCAF-D20B-4F2A-9380-294EFB92230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5D70236-D875-4A4A-AB4B-2C12D1F22C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EE9B94-2D0D-48D5-8F5E-C2B184734531}" type="datetimeFigureOut">
              <a:rPr lang="ru-RU" smtClean="0"/>
              <a:t>30.11.2025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91DED98-51A2-4314-84DF-DBE10793DD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B5A3500-3F6D-4F1B-BE23-30BB36E41F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490CE5-2352-4553-8596-8B7EECE357D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620638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B9B46986-C5C3-4F36-AD73-D5140893ACC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53D05C47-6B62-4CD9-90F6-1EC57C47BF9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7B8419C-199F-4903-B5E4-5B69312677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EE9B94-2D0D-48D5-8F5E-C2B184734531}" type="datetimeFigureOut">
              <a:rPr lang="ru-RU" smtClean="0"/>
              <a:t>30.11.2025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F603C89-5376-4766-87B6-A0AE7CEC39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A48CA85-7985-47B8-9838-3C1A2D7FBB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490CE5-2352-4553-8596-8B7EECE357D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255354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3EBCE56-1E38-4F6A-9251-F7C02E91B6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8178DD79-82B7-4190-B186-E67B1CD10D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4CBA4F9-ADC9-4630-9C39-77DF32C7BD8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8EE9B94-2D0D-48D5-8F5E-C2B184734531}" type="datetimeFigureOut">
              <a:rPr lang="ru-RU" smtClean="0"/>
              <a:t>30.11.2025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2656016-9A56-4320-8954-632287027B6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DB88FF3-37F0-4323-BB97-440D614D621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490CE5-2352-4553-8596-8B7EECE357D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865454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9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2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E2CADC2-C69B-4B1B-9C7C-2E50A7E471BE}"/>
              </a:ext>
            </a:extLst>
          </p:cNvPr>
          <p:cNvSpPr txBox="1"/>
          <p:nvPr/>
        </p:nvSpPr>
        <p:spPr>
          <a:xfrm>
            <a:off x="2099311" y="4314545"/>
            <a:ext cx="895756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600" dirty="0">
                <a:solidFill>
                  <a:srgbClr val="FF9900"/>
                </a:solidFill>
              </a:rPr>
              <a:t>Задание: посчитать площадь прямоугольника по сторонам a и b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9C217FE2-0E87-46E8-B150-10F3799C9B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30350" y="726207"/>
            <a:ext cx="7766554" cy="26631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32671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D19A8FDE-BFA9-4814-8D24-F412B429C6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66851" y="1434659"/>
            <a:ext cx="8458297" cy="3749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81350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E2CADC2-C69B-4B1B-9C7C-2E50A7E471BE}"/>
              </a:ext>
            </a:extLst>
          </p:cNvPr>
          <p:cNvSpPr txBox="1"/>
          <p:nvPr/>
        </p:nvSpPr>
        <p:spPr>
          <a:xfrm>
            <a:off x="2099311" y="4314545"/>
            <a:ext cx="895756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600" dirty="0">
                <a:solidFill>
                  <a:srgbClr val="FF9900"/>
                </a:solidFill>
              </a:rPr>
              <a:t>Задание: спросить имя и возраст, вывести приветствие и возраст через год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A3E2605A-A417-4D6D-B0C1-31CCB310EE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1675" y="1253436"/>
            <a:ext cx="8240275" cy="23625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18434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85CFA88F-E986-468B-9758-D1EA526FE8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7340" y="1691646"/>
            <a:ext cx="9757319" cy="31910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26207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E2CADC2-C69B-4B1B-9C7C-2E50A7E471BE}"/>
              </a:ext>
            </a:extLst>
          </p:cNvPr>
          <p:cNvSpPr txBox="1"/>
          <p:nvPr/>
        </p:nvSpPr>
        <p:spPr>
          <a:xfrm>
            <a:off x="2099311" y="4314545"/>
            <a:ext cx="895756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600" dirty="0">
                <a:solidFill>
                  <a:srgbClr val="FF9900"/>
                </a:solidFill>
              </a:rPr>
              <a:t>Задание: раздать яблоки ученикам — сколько каждому и сколько останется</a:t>
            </a: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3DC486B8-4288-4631-9490-B2594127A1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6550" y="1272105"/>
            <a:ext cx="9478698" cy="20005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93758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C02B677E-D7C6-48C1-9DDD-4DD8422D1C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98311" y="1613942"/>
            <a:ext cx="6395377" cy="36301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8905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E2CADC2-C69B-4B1B-9C7C-2E50A7E471BE}"/>
              </a:ext>
            </a:extLst>
          </p:cNvPr>
          <p:cNvSpPr txBox="1"/>
          <p:nvPr/>
        </p:nvSpPr>
        <p:spPr>
          <a:xfrm>
            <a:off x="2099311" y="4314545"/>
            <a:ext cx="895756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600" dirty="0">
                <a:solidFill>
                  <a:srgbClr val="FF9900"/>
                </a:solidFill>
              </a:rPr>
              <a:t>Задание: проанализировать слово — длина, первая/последняя буква, верхний регистр</a:t>
            </a: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C5EC8C50-A83E-46A9-9F2B-BED4DC6E4C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04547" y="1236889"/>
            <a:ext cx="7382905" cy="24673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35298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F9459FB3-8E5C-40B0-A348-BED2D6FA1F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9643" y="2274864"/>
            <a:ext cx="8072713" cy="23082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74055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E2CADC2-C69B-4B1B-9C7C-2E50A7E471BE}"/>
              </a:ext>
            </a:extLst>
          </p:cNvPr>
          <p:cNvSpPr txBox="1"/>
          <p:nvPr/>
        </p:nvSpPr>
        <p:spPr>
          <a:xfrm>
            <a:off x="2099311" y="4314545"/>
            <a:ext cx="895756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600" dirty="0">
                <a:solidFill>
                  <a:srgbClr val="FF9900"/>
                </a:solidFill>
              </a:rPr>
              <a:t>Задание: определить, чётное число или нет</a:t>
            </a: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04678470-79B3-4BF7-BEC9-ACCD0E972F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42652" y="1399892"/>
            <a:ext cx="7306695" cy="20291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121196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2775601F-DE7D-4D7A-89B2-AE4BD6A6FF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46524" y="2157885"/>
            <a:ext cx="5498951" cy="25422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138081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E2CADC2-C69B-4B1B-9C7C-2E50A7E471BE}"/>
              </a:ext>
            </a:extLst>
          </p:cNvPr>
          <p:cNvSpPr txBox="1"/>
          <p:nvPr/>
        </p:nvSpPr>
        <p:spPr>
          <a:xfrm>
            <a:off x="2099311" y="4314545"/>
            <a:ext cx="895756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600" dirty="0">
                <a:solidFill>
                  <a:srgbClr val="FF9900"/>
                </a:solidFill>
              </a:rPr>
              <a:t>Задание: сумма квадратов от 1 до n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0BD25027-818E-4E1C-8D99-7FD0FFCE2F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18890" y="1542284"/>
            <a:ext cx="6954220" cy="23530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14055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84D7D325-2FEB-42A9-B121-D9ACC172A1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61332" y="2254728"/>
            <a:ext cx="5669336" cy="23485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769342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E2CADC2-C69B-4B1B-9C7C-2E50A7E471BE}"/>
              </a:ext>
            </a:extLst>
          </p:cNvPr>
          <p:cNvSpPr txBox="1"/>
          <p:nvPr/>
        </p:nvSpPr>
        <p:spPr>
          <a:xfrm>
            <a:off x="2099311" y="4314545"/>
            <a:ext cx="895756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600" dirty="0">
                <a:solidFill>
                  <a:srgbClr val="FF9900"/>
                </a:solidFill>
              </a:rPr>
              <a:t>Задание: суммировать числа, пока пользователь не введёт 'стоп'</a:t>
            </a: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CD976DCA-A786-4EC7-B9EE-D829317365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7760" y="1679545"/>
            <a:ext cx="9269119" cy="1971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590225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8947F860-16DD-4161-A00C-9849A933EF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99065" y="1833306"/>
            <a:ext cx="6793870" cy="31913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617919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E6753570-726B-43A7-AB5F-E688D7F00B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28257" y="2103765"/>
            <a:ext cx="8135485" cy="2810267"/>
          </a:xfrm>
          <a:prstGeom prst="rect">
            <a:avLst/>
          </a:prstGeom>
        </p:spPr>
      </p:pic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5BDA2000-67CA-43D1-B4D3-C40272FCC725}"/>
              </a:ext>
            </a:extLst>
          </p:cNvPr>
          <p:cNvSpPr/>
          <p:nvPr/>
        </p:nvSpPr>
        <p:spPr>
          <a:xfrm>
            <a:off x="5079275" y="959753"/>
            <a:ext cx="1582484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3600" dirty="0">
                <a:solidFill>
                  <a:srgbClr val="FFC000"/>
                </a:solidFill>
              </a:rPr>
              <a:t>Списки</a:t>
            </a:r>
            <a:endParaRPr lang="ru-RU" dirty="0">
              <a:solidFill>
                <a:srgbClr val="FFC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8231032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5FE9C780-9A2F-4AA6-B9B6-7F5351E1AA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6012" y="735453"/>
            <a:ext cx="9116697" cy="1409897"/>
          </a:xfrm>
          <a:prstGeom prst="rect">
            <a:avLst/>
          </a:prstGeom>
        </p:spPr>
      </p:pic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7DC97550-6B1D-4DDF-8D6E-6A7B1C903F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6012" y="3130904"/>
            <a:ext cx="10615299" cy="18583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93404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3816C073-2497-4093-9B3E-5AFEB18CA5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8413" y="666117"/>
            <a:ext cx="3885836" cy="643078"/>
          </a:xfrm>
          <a:prstGeom prst="rect">
            <a:avLst/>
          </a:prstGeom>
        </p:spPr>
      </p:pic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59FEA83B-E4AB-4385-8827-C7BE2CB7F4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9676" y="1849054"/>
            <a:ext cx="8053637" cy="1755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424479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AB80ED5D-04A7-4D73-AEF9-57872169C6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7595" y="563050"/>
            <a:ext cx="5048405" cy="786355"/>
          </a:xfrm>
          <a:prstGeom prst="rect">
            <a:avLst/>
          </a:prstGeom>
        </p:spPr>
      </p:pic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B66CF599-00D1-4083-8040-55A6106E17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18209" y="1521062"/>
            <a:ext cx="8923882" cy="29266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617129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1BD14357-3D98-4E7E-A105-0EBDED5510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7158" y="390910"/>
            <a:ext cx="4910882" cy="815587"/>
          </a:xfrm>
          <a:prstGeom prst="rect">
            <a:avLst/>
          </a:prstGeom>
        </p:spPr>
      </p:pic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ECBF05BF-C74C-49A2-9DDB-FD5D45B429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60315" y="1365475"/>
            <a:ext cx="5422224" cy="49694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917892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355957F6-BF2C-4094-A2B0-16F960BA00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4188" y="483802"/>
            <a:ext cx="5051812" cy="696802"/>
          </a:xfrm>
          <a:prstGeom prst="rect">
            <a:avLst/>
          </a:prstGeom>
        </p:spPr>
      </p:pic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5D4A0FBD-389D-48A8-AC00-A36FA3D6F4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4188" y="1616714"/>
            <a:ext cx="9655955" cy="2209561"/>
          </a:xfrm>
          <a:prstGeom prst="rect">
            <a:avLst/>
          </a:prstGeom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605D171B-478C-4D37-9C7C-344EB5F5392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9002" y="3997189"/>
            <a:ext cx="1276528" cy="390580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1DFB4445-EFB5-40C9-A629-5FEA7A859AF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4188" y="4659567"/>
            <a:ext cx="9331428" cy="10576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924622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11416D3D-A169-4DB4-9845-5522449CAC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2846" y="434001"/>
            <a:ext cx="3800903" cy="702341"/>
          </a:xfrm>
          <a:prstGeom prst="rect">
            <a:avLst/>
          </a:prstGeom>
        </p:spPr>
      </p:pic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EBB10D2B-AE42-45E8-8949-F87C51A855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8625" y="1792098"/>
            <a:ext cx="8880184" cy="16369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83079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70D660AF-244D-476A-9659-68716AC43B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4000" y="753596"/>
            <a:ext cx="8341316" cy="755608"/>
          </a:xfrm>
          <a:prstGeom prst="rect">
            <a:avLst/>
          </a:prstGeom>
        </p:spPr>
      </p:pic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6FBEFAE6-B202-48E9-8A39-A904E237BB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4914" y="1940482"/>
            <a:ext cx="7462606" cy="31375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275211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F569C9CE-865C-425E-9500-A02D339152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6570" y="487971"/>
            <a:ext cx="7354326" cy="1638529"/>
          </a:xfrm>
          <a:prstGeom prst="rect">
            <a:avLst/>
          </a:prstGeom>
        </p:spPr>
      </p:pic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13B25773-F400-4EAE-A081-5F34165589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1754" y="2657330"/>
            <a:ext cx="9831527" cy="13376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480580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09B47CD1-2D2D-491B-97BC-633FBAD7D9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59118" y="909578"/>
            <a:ext cx="4529667" cy="43022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167119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75CF51B1-238F-4ADB-8EAE-17FE41F341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451" y="532952"/>
            <a:ext cx="5452811" cy="709922"/>
          </a:xfrm>
          <a:prstGeom prst="rect">
            <a:avLst/>
          </a:prstGeom>
        </p:spPr>
      </p:pic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B733AA24-F0B3-486B-BE1C-D9CDCDAB4128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81083"/>
          <a:stretch/>
        </p:blipFill>
        <p:spPr>
          <a:xfrm>
            <a:off x="3717808" y="2136706"/>
            <a:ext cx="4264034" cy="4378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618633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B733AA24-F0B3-486B-BE1C-D9CDCDAB41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17808" y="2136706"/>
            <a:ext cx="4264034" cy="23144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48278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E92B0CCD-B8F6-411B-808B-F28741A82C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3514" y="695993"/>
            <a:ext cx="4353550" cy="511369"/>
          </a:xfrm>
          <a:prstGeom prst="rect">
            <a:avLst/>
          </a:prstGeom>
        </p:spPr>
      </p:pic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E13BAA8F-4530-4D96-BBA5-E12B675D5A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6863" y="1565801"/>
            <a:ext cx="5691527" cy="887168"/>
          </a:xfrm>
          <a:prstGeom prst="rect">
            <a:avLst/>
          </a:prstGeom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A7B84CFC-995A-4CD7-8C38-E0EF3B3AB00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6863" y="2648278"/>
            <a:ext cx="8639976" cy="7807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312010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32AE0712-35D3-462D-9273-6A14E4B4E3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2695" y="556120"/>
            <a:ext cx="3349233" cy="562466"/>
          </a:xfrm>
          <a:prstGeom prst="rect">
            <a:avLst/>
          </a:prstGeom>
        </p:spPr>
      </p:pic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F71EC7D9-DA8A-40B1-9D9D-44862D9C11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1719" y="1745320"/>
            <a:ext cx="9772158" cy="1566051"/>
          </a:xfrm>
          <a:prstGeom prst="rect">
            <a:avLst/>
          </a:prstGeom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11DB51F6-2D12-45EF-86E6-B513325CD0B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41718" y="3663304"/>
            <a:ext cx="9620661" cy="6512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864453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A4B1EF2A-A01C-40A0-87DA-56B6757789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2014" y="463228"/>
            <a:ext cx="4887753" cy="610969"/>
          </a:xfrm>
          <a:prstGeom prst="rect">
            <a:avLst/>
          </a:prstGeom>
        </p:spPr>
      </p:pic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D53C5C81-7EDA-47C4-9104-992D610AD1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373" y="1488757"/>
            <a:ext cx="6014941" cy="23996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005001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FE6C0658-77A5-410F-8CF1-3AEB97A47E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5080" y="511083"/>
            <a:ext cx="5358987" cy="722913"/>
          </a:xfrm>
          <a:prstGeom prst="rect">
            <a:avLst/>
          </a:prstGeom>
        </p:spPr>
      </p:pic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4C39DB0C-732A-4071-BB97-838E5347D7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6640" y="1837015"/>
            <a:ext cx="8005957" cy="22555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96925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BC976F61-5D6A-48FE-AFC0-9F17B49E069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68062"/>
          <a:stretch/>
        </p:blipFill>
        <p:spPr>
          <a:xfrm>
            <a:off x="995612" y="399628"/>
            <a:ext cx="7697274" cy="967534"/>
          </a:xfrm>
          <a:prstGeom prst="rect">
            <a:avLst/>
          </a:prstGeom>
        </p:spPr>
      </p:pic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D467D16D-F94C-42E9-A55F-C7C205040E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96088" y="1504942"/>
            <a:ext cx="5896798" cy="47536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4410959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99</TotalTime>
  <Words>76</Words>
  <Application>Microsoft Office PowerPoint</Application>
  <PresentationFormat>Широкоэкранный</PresentationFormat>
  <Paragraphs>8</Paragraphs>
  <Slides>31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31</vt:i4>
      </vt:variant>
    </vt:vector>
  </HeadingPairs>
  <TitlesOfParts>
    <vt:vector size="35" baseType="lpstr">
      <vt:lpstr>Arial</vt:lpstr>
      <vt:lpstr>Calibri</vt:lpstr>
      <vt:lpstr>Calibri Light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Sokolov</dc:creator>
  <cp:lastModifiedBy>Satchel Killam</cp:lastModifiedBy>
  <cp:revision>10</cp:revision>
  <dcterms:created xsi:type="dcterms:W3CDTF">2025-10-19T14:16:18Z</dcterms:created>
  <dcterms:modified xsi:type="dcterms:W3CDTF">2025-11-30T13:32:41Z</dcterms:modified>
</cp:coreProperties>
</file>