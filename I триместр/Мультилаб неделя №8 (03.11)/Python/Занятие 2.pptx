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75" r:id="rId4"/>
    <p:sldId id="276" r:id="rId5"/>
    <p:sldId id="277" r:id="rId6"/>
    <p:sldId id="278" r:id="rId7"/>
    <p:sldId id="279" r:id="rId8"/>
    <p:sldId id="28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C2FCC1-B3EA-4E85-A70D-48676434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682" y="433946"/>
            <a:ext cx="4884636" cy="599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82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24551E-65EC-43D6-8133-B0B0E877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632" y="749958"/>
            <a:ext cx="5368735" cy="535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1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88FA0D-6937-4D45-A0B3-9E85BE51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90" y="1547416"/>
            <a:ext cx="9159430" cy="258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8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4B46FBF-2E31-47A1-BE3B-ABC23936D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71" y="1892552"/>
            <a:ext cx="6611857" cy="24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C2AFEB-91CD-4DD1-9C05-4076B645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321" y="1700281"/>
            <a:ext cx="7630691" cy="265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2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759852-4FA5-4BF8-B37F-574450B4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62" y="1902149"/>
            <a:ext cx="4740075" cy="305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4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9C8B29-E0D4-4429-A933-E6DF3AB9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921" y="2195486"/>
            <a:ext cx="8962642" cy="177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8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B0CCF6-E7FF-43E3-A4F0-CDEF138E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17" y="1900108"/>
            <a:ext cx="5315565" cy="305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D1A92-ADAC-45B9-92BB-474D6D57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04" y="2220821"/>
            <a:ext cx="9919362" cy="17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4809B0-8786-482A-9549-92E3BDD8D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2" y="434465"/>
            <a:ext cx="9716476" cy="2388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2AE1B-41DB-443C-9F12-A45FF921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527" y="3778367"/>
            <a:ext cx="2853874" cy="22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7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0C80C2-D2CF-4DA3-9CC3-A649E755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56" y="493052"/>
            <a:ext cx="7697687" cy="52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92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81B98-E7FA-4627-8977-77FC2187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49" y="2209980"/>
            <a:ext cx="10630501" cy="15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86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D69EF-8D3F-4CCE-B7CD-268A6996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46" y="1865968"/>
            <a:ext cx="7617557" cy="28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9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B6E8CC-E879-433D-A2F5-315032895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03" y="1687087"/>
            <a:ext cx="9391170" cy="25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6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7602B3-7121-49B7-9291-59B3E77E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58" y="926220"/>
            <a:ext cx="5064231" cy="45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1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7050AE-E937-4F20-B19D-7871ADA5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80" y="769397"/>
            <a:ext cx="8940040" cy="531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3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Широкоэкранный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User</cp:lastModifiedBy>
  <cp:revision>5</cp:revision>
  <dcterms:created xsi:type="dcterms:W3CDTF">2025-10-19T14:16:18Z</dcterms:created>
  <dcterms:modified xsi:type="dcterms:W3CDTF">2025-11-04T08:34:29Z</dcterms:modified>
</cp:coreProperties>
</file>