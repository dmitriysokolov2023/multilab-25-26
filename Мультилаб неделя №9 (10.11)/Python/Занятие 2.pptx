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75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D9BF3-0315-4502-936C-1E88DEA68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9201E2-405D-442E-9C09-7A1306AFE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C2C5C4-00D6-4AD8-AB1D-BBB77575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F18B66-723C-4018-80FA-4CBD71BE1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1774F0-AEBB-4518-A198-5D79A792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9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8A722-A300-4681-8CF6-B05699B0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90CDE-FC42-4C9D-BD17-00620FB6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DDBBC2-CE4C-454C-B61C-2B81E049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330117-C7CD-4E59-8F75-F828605F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1E9493-0C13-4814-B80A-D05E8038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45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F600F-C392-4747-AF18-401AE054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25F459-5F4F-4AF9-AA9C-3A2D8A49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76976E-4B48-49A6-A6C6-7C637AD0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7F6C8D-2543-4A34-9569-98661BE1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4DBB7-65C9-4C13-AB4F-C6D322BDC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271A1-6F10-41B8-B822-34E73254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77B0A3-B17C-4454-BF20-6236EC0CD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C230CB-F279-4EAA-A4CA-2169277D2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2AC9B7-54B9-45C7-BA49-BDB59E64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5ACEF1-45FD-4A08-868A-E59988C7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E714E-A0CD-4F4E-9954-FCD209941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95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41BD3-F5A2-4EC4-81F9-6DEA812E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C69053-E98C-4539-B5CF-7FF796FEA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EDA15B-8630-48F5-AC63-56333FC48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DD151C-C337-42C8-AADE-6D904696A1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609CE05-4EAF-47A8-A012-7B29726DD1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F00E7B-307A-4638-848C-5AE3549A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D5FF7CC-DD33-4D08-A224-342148EC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607CA63-6B23-48D7-B114-4A05256C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94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C7CEB-3819-4E9B-87A0-74E68F5C9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DC6B24-883D-40EA-83D5-1EB80563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25C8E5-3278-4899-941C-1ECA2D07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91476E-567E-4317-BE4E-03615F068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48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E6548D-7532-4E74-AC7D-96C27A4BE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E7021E-7B41-4E99-B16E-E4EAF8FB1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F1EE5C-EB4A-44BA-8671-C07A635A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268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FC61DD-9AD0-4555-9033-0E724637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9B4C9D-C63A-4E08-8AFA-370E4B605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4AF185-4F49-49A2-80CF-ED274E5AA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7AAE57-C4CF-4E3B-A9AD-7C3C8CC58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7702EE-9882-4285-9155-23A003B0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C88049-FE6D-4C05-86CC-072F1AD94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8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E6789-1D66-4483-B900-C90C44D4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DB2BC9-B710-46C7-B765-8C7D2B644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309D4D-85AD-4A22-B01D-0B1D30FF7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6129435-7297-4C4F-8F90-44B3ABAE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FBDA6A-4E71-4D78-8952-7814E959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E737E9-7093-43A2-BB83-74F18B37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237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B9E3A-2E3A-422C-9D3E-43C83F36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9EFCAF-D20B-4F2A-9380-294EFB922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70236-D875-4A4A-AB4B-2C12D1F22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DED98-51A2-4314-84DF-DBE10793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5A3500-3F6D-4F1B-BE23-30BB36E4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206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9B46986-C5C3-4F36-AD73-D5140893A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D05C47-6B62-4CD9-90F6-1EC57C47B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8419C-199F-4903-B5E4-5B693126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603C89-5376-4766-87B6-A0AE7CEC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48CA85-7985-47B8-9838-3C1A2D7F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53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BCE56-1E38-4F6A-9251-F7C02E91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78DD79-82B7-4190-B186-E67B1CD10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CBA4F9-ADC9-4630-9C39-77DF32C7BD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E9B94-2D0D-48D5-8F5E-C2B184734531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656016-9A56-4320-8954-632287027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B88FF3-37F0-4323-BB97-440D614D6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90CE5-2352-4553-8596-8B7EECE357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54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посчитать площадь прямоугольника по сторонам a и b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217FE2-0E87-46E8-B150-10F3799C9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50" y="726207"/>
            <a:ext cx="7766554" cy="26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6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19A8FDE-BFA9-4814-8D24-F412B429C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51" y="1434659"/>
            <a:ext cx="8458297" cy="37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3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спросить имя и возраст, вывести приветствие и возраст через год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E2605A-A417-4D6D-B0C1-31CCB310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75" y="1253436"/>
            <a:ext cx="8240275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4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CFA88F-E986-468B-9758-D1EA526FE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40" y="1691646"/>
            <a:ext cx="9757319" cy="319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2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раздать яблоки ученикам — сколько каждому и сколько останется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C486B8-4288-4631-9490-B2594127A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550" y="1272105"/>
            <a:ext cx="9478698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75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02B677E-D7C6-48C1-9DDD-4DD8422D1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311" y="1613942"/>
            <a:ext cx="6395377" cy="363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проанализировать слово — длина, первая/последняя буква, верхний регистр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5EC8C50-A83E-46A9-9F2B-BED4DC6E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7" y="1236889"/>
            <a:ext cx="7382905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29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459FB3-8E5C-40B0-A348-BED2D6FA1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643" y="2274864"/>
            <a:ext cx="8072713" cy="230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0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определить, чётное число или нет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678470-79B3-4BF7-BEC9-ACCD0E972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652" y="1399892"/>
            <a:ext cx="7306695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1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75601F-DE7D-4D7A-89B2-AE4BD6A6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24" y="2157885"/>
            <a:ext cx="5498951" cy="254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8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сумма квадратов от 1 до n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D25027-818E-4E1C-8D99-7FD0FFCE2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90" y="1542284"/>
            <a:ext cx="6954220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0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4D7D325-2FEB-42A9-B121-D9ACC172A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32" y="2254728"/>
            <a:ext cx="5669336" cy="234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693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суммировать числа, пока пользователь не введёт 'стоп'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976DCA-A786-4EC7-B9EE-D82931736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760" y="1679545"/>
            <a:ext cx="926911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02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947F860-16DD-4161-A00C-9849A933E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065" y="1833306"/>
            <a:ext cx="6793870" cy="319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79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2CADC2-C69B-4B1B-9C7C-2E50A7E471BE}"/>
              </a:ext>
            </a:extLst>
          </p:cNvPr>
          <p:cNvSpPr txBox="1"/>
          <p:nvPr/>
        </p:nvSpPr>
        <p:spPr>
          <a:xfrm>
            <a:off x="2099311" y="4314545"/>
            <a:ext cx="8957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FF9900"/>
                </a:solidFill>
              </a:rPr>
              <a:t>Задание: по введённым числам найти минимум, максимум и среднее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8ECD29-BE92-4167-8507-50502EC36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1838694"/>
            <a:ext cx="8297433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68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BA585AC-6C01-4589-BDB9-66867454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2219156"/>
            <a:ext cx="7954485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93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CD1A92-ADAC-45B9-92BB-474D6D575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304" y="2220821"/>
            <a:ext cx="9919362" cy="179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980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44809B0-8786-482A-9549-92E3BDD8D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762" y="434465"/>
            <a:ext cx="9716476" cy="238863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52AE1B-41DB-443C-9F12-A45FF9214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527" y="3778367"/>
            <a:ext cx="2853874" cy="221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75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0C80C2-D2CF-4DA3-9CC3-A649E755E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156" y="493052"/>
            <a:ext cx="7697687" cy="52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92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181B98-E7FA-4627-8977-77FC21870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49" y="2209980"/>
            <a:ext cx="10630501" cy="151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86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6CD69EF-8D3F-4CCE-B7CD-268A69968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46" y="1865968"/>
            <a:ext cx="7617557" cy="289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59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B6E8CC-E879-433D-A2F5-315032895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03" y="1687087"/>
            <a:ext cx="9391170" cy="258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63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67602B3-7121-49B7-9291-59B3E77ED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858" y="926220"/>
            <a:ext cx="5064231" cy="453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91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77050AE-E937-4F20-B19D-7871ADA5A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980" y="769397"/>
            <a:ext cx="8940040" cy="531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633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86</Words>
  <Application>Microsoft Office PowerPoint</Application>
  <PresentationFormat>Широкоэкранный</PresentationFormat>
  <Paragraphs>8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Sokolov</dc:creator>
  <cp:lastModifiedBy>User</cp:lastModifiedBy>
  <cp:revision>6</cp:revision>
  <dcterms:created xsi:type="dcterms:W3CDTF">2025-10-19T14:16:18Z</dcterms:created>
  <dcterms:modified xsi:type="dcterms:W3CDTF">2025-11-08T15:42:44Z</dcterms:modified>
</cp:coreProperties>
</file>